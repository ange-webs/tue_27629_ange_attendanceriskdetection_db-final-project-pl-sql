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02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-1"/>
            <a:ext cx="9144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95092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489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-1"/>
            <a:ext cx="9144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0830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574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175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984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528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553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3838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614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7522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21291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Attendance Risk Detection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t>PL/SQL Oracle Database Capstone Project</a:t>
            </a:r>
          </a:p>
          <a:p>
            <a:r>
              <a:t>Student: Maris</a:t>
            </a:r>
          </a:p>
          <a:p>
            <a:r>
              <a:t>Course: Database Development with PL/SQL (INSY 8311)</a:t>
            </a:r>
          </a:p>
          <a:p>
            <a:r>
              <a:t>Institution: AUCA</a:t>
            </a:r>
          </a:p>
          <a:p>
            <a:r>
              <a:t>Academic Year: 2025–2026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1" y="-8467"/>
            <a:ext cx="9128559" cy="45296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Hospitals experience high rates of missed appointments (no-shows).</a:t>
            </a:r>
          </a:p>
          <a:p>
            <a:r>
              <a:t>No-shows cause long waiting times and overcrowding.</a:t>
            </a:r>
          </a:p>
          <a:p>
            <a:r>
              <a:t>Doctors and staff time is wasted.</a:t>
            </a:r>
          </a:p>
          <a:p>
            <a:r>
              <a:t>Scheduling decisions are made without predictive insight.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Context &amp; Target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in hospitals and clinics.</a:t>
            </a:r>
          </a:p>
          <a:p>
            <a:r>
              <a:t>Operates within appointment scheduling departments.</a:t>
            </a:r>
          </a:p>
          <a:p>
            <a:r>
              <a:t>Target users include reception staff and administrators.</a:t>
            </a:r>
          </a:p>
          <a:p>
            <a:r>
              <a:t>Supports healthcare providers and operations managers.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 patients likely to miss appointments.</a:t>
            </a:r>
          </a:p>
          <a:p>
            <a:r>
              <a:t>Assign real-time no-show risk scores.</a:t>
            </a:r>
          </a:p>
          <a:p>
            <a:r>
              <a:t>Improve scheduling efficiency.</a:t>
            </a:r>
          </a:p>
          <a:p>
            <a:r>
              <a:t>Reduce congestion and resource wastage.</a:t>
            </a:r>
          </a:p>
          <a:p>
            <a:r>
              <a:t>Support data-driven decision making.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Process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Patient schedules an appointment.</a:t>
            </a:r>
          </a:p>
          <a:p>
            <a:r>
              <a:t>System analyzes historical attendance data.</a:t>
            </a:r>
          </a:p>
          <a:p>
            <a:r>
              <a:t>Risk score is calculated automatically.</a:t>
            </a:r>
          </a:p>
          <a:p>
            <a:r>
              <a:t>High-risk patients are flagged.</a:t>
            </a:r>
          </a:p>
          <a:p>
            <a:r>
              <a:t>Management reviews trends through BI dashboards.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Normalized relational database (3NF).</a:t>
            </a:r>
          </a:p>
          <a:p>
            <a:r>
              <a:t>Core entities: Patients, Appointments, Risk Scores.</a:t>
            </a:r>
          </a:p>
          <a:p>
            <a:r>
              <a:t>Audit and holiday tables for control and security.</a:t>
            </a:r>
          </a:p>
          <a:p>
            <a:r>
              <a:t>Designed for scalability and analytics.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PL/SQL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Procedures manage appointment and risk updates.</a:t>
            </a:r>
          </a:p>
          <a:p>
            <a:r>
              <a:t>Functions calculate no-show probabilities.</a:t>
            </a:r>
          </a:p>
          <a:p>
            <a:r>
              <a:t>Packages group related logic.</a:t>
            </a:r>
          </a:p>
          <a:p>
            <a:r>
              <a:t>Cursors handle multi-record processing.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Features &amp;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Triggers enforce business rules.</a:t>
            </a:r>
          </a:p>
          <a:p>
            <a:r>
              <a:t>DML operations restricted on weekdays and holidays.</a:t>
            </a:r>
          </a:p>
          <a:p>
            <a:r>
              <a:t>Audit logs capture all database actions.</a:t>
            </a:r>
          </a:p>
          <a:p>
            <a:r>
              <a:t>Clear error handling and accountability.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Intelligence &amp;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Tracks no-show trends over time.</a:t>
            </a:r>
          </a:p>
          <a:p>
            <a:r>
              <a:t>Identifies high-risk patient groups.</a:t>
            </a:r>
          </a:p>
          <a:p>
            <a:r>
              <a:t>Supports KPI monitoring.</a:t>
            </a:r>
          </a:p>
          <a:p>
            <a:r>
              <a:t>Enables predictive planning and reporting.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improves hospital efficiency.</a:t>
            </a:r>
          </a:p>
          <a:p>
            <a:r>
              <a:t>Automates attendance risk detection.</a:t>
            </a:r>
          </a:p>
          <a:p>
            <a:r>
              <a:t>Enhances decision-making through analytics.</a:t>
            </a:r>
          </a:p>
          <a:p>
            <a:r>
              <a:t>Demonstrates strong PL/SQL and database design skills.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4825F1AF-8DBC-4E3D-9F3D-688338DA83F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15</TotalTime>
  <Words>294</Words>
  <Application>Microsoft Office PowerPoint</Application>
  <PresentationFormat>On-screen Show (4:3)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Tw Cen MT</vt:lpstr>
      <vt:lpstr>Tw Cen MT Condensed</vt:lpstr>
      <vt:lpstr>Wingdings 3</vt:lpstr>
      <vt:lpstr>Integral</vt:lpstr>
      <vt:lpstr>Attendance Risk Detection System</vt:lpstr>
      <vt:lpstr>Problem Statement</vt:lpstr>
      <vt:lpstr>System Context &amp; Target Users</vt:lpstr>
      <vt:lpstr>Project Objectives</vt:lpstr>
      <vt:lpstr>Business Process Overview</vt:lpstr>
      <vt:lpstr>Database Design</vt:lpstr>
      <vt:lpstr>PL/SQL Implementation</vt:lpstr>
      <vt:lpstr>Advanced Features &amp; Security</vt:lpstr>
      <vt:lpstr>Business Intelligence &amp; Analytics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Attendance Risk Detection System</dc:title>
  <dc:subject/>
  <dc:creator>Jackson</dc:creator>
  <cp:keywords/>
  <dc:description>generated using python-pptx</dc:description>
  <cp:lastModifiedBy>Maombi Emmanuel</cp:lastModifiedBy>
  <cp:revision>4</cp:revision>
  <dcterms:created xsi:type="dcterms:W3CDTF">2013-01-27T09:14:16Z</dcterms:created>
  <dcterms:modified xsi:type="dcterms:W3CDTF">2025-12-19T11:17:20Z</dcterms:modified>
  <cp:category/>
</cp:coreProperties>
</file>